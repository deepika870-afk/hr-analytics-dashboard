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176e8e24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176e8e24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176e8e24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176e8e24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176e8e24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176e8e24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176e8e24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176e8e24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176e8e24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176e8e24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176e8e24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176e8e24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HR Analytics Dashboard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Prepared By: Deepika 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Tool Used: Google Sheets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29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2000"/>
              <a:t>Objective: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2000"/>
              <a:t>                To analyze HR employee data using Google Sheets and understand employee distribution, employee status, and business unit allocation.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2000"/>
              <a:t>Business Questions: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2000"/>
              <a:t>    1. Which department has the highest number of employees?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2000"/>
              <a:t>    </a:t>
            </a:r>
            <a:r>
              <a:rPr lang="en" sz="2000"/>
              <a:t>2. What is the employee termination rate?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2000"/>
              <a:t>    </a:t>
            </a:r>
            <a:r>
              <a:rPr lang="en" sz="2000"/>
              <a:t>3. How are employees distributed across business units?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86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Dataset: HR Employee Data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Total Employees: 2845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Tool Used: Google Sheets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Analysis Performed: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• Department-wise Employee Count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• Business Unit-wise Employee Count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• Employee Status Distribution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HR Analytics Dashboard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6-06-19 1921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1.</a:t>
            </a:r>
            <a:r>
              <a:rPr lang="en" sz="2000"/>
              <a:t>Which department has the highest number of employees?</a:t>
            </a:r>
            <a:endParaRPr sz="2000"/>
          </a:p>
          <a:p>
            <a:pPr indent="-3556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Production Department has the highest number of employees.</a:t>
            </a:r>
            <a:endParaRPr sz="20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2.What is the employee termination rate?</a:t>
            </a:r>
            <a:endParaRPr sz="2000"/>
          </a:p>
          <a:p>
            <a:pPr indent="-3556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Active Employees: 86.4%</a:t>
            </a:r>
            <a:endParaRPr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Terminated Employees: 13.6%</a:t>
            </a:r>
            <a:endParaRPr sz="20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3.How are employees distributed across business units?</a:t>
            </a:r>
            <a:endParaRPr sz="2000"/>
          </a:p>
          <a:p>
            <a:pPr indent="-3556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Employees are distributed almost equally across all business units.</a:t>
            </a:r>
            <a:endParaRPr sz="20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276850" y="117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1. Focus on employee retention strategies to reduce termination rates.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2. Monitor workforce distribution in the Production Department.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3. Continue maintaining balanced staffing across business units.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4. Regularly track employee performance and engagement.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The HR Analytics Dashboard provides valuable insights into workforce distribution and employee status.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The analysis shows that the organization maintains a stable workforce with a high percentage of active employees and balanced employee allocation across business units.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THANK YOU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